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5accba87274230" /><Relationship Type="http://schemas.openxmlformats.org/officeDocument/2006/relationships/extended-properties" Target="/docProps/app.xml" Id="R38c47f5575e64c2d" /><Relationship Type="http://schemas.openxmlformats.org/officeDocument/2006/relationships/officeDocument" Target="/ppt/presentation.xml" Id="R15bb66c80e464d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b351eb10704f89"/>
  </p:sldMasterIdLst>
  <p:notesMasterIdLst>
    <p:notesMasterId xmlns:r="http://schemas.openxmlformats.org/officeDocument/2006/relationships" r:id="Rc523a3371ec34c6d"/>
  </p:notesMasterIdLst>
  <p:sldIdLst>
    <p:sldId xmlns:r="http://schemas.openxmlformats.org/officeDocument/2006/relationships" id="256" r:id="R3f140a702d0041eb"/>
    <p:sldId xmlns:r="http://schemas.openxmlformats.org/officeDocument/2006/relationships" id="257" r:id="R562656d671034174"/>
    <p:sldId xmlns:r="http://schemas.openxmlformats.org/officeDocument/2006/relationships" id="258" r:id="R071578a39ae84284"/>
    <p:sldId xmlns:r="http://schemas.openxmlformats.org/officeDocument/2006/relationships" id="259" r:id="R8ff6363614ac4312"/>
    <p:sldId xmlns:r="http://schemas.openxmlformats.org/officeDocument/2006/relationships" id="260" r:id="R816f59adb6ce4426"/>
    <p:sldId xmlns:r="http://schemas.openxmlformats.org/officeDocument/2006/relationships" id="261" r:id="R3a586fc731a34720"/>
    <p:sldId xmlns:r="http://schemas.openxmlformats.org/officeDocument/2006/relationships" id="262" r:id="R974f150061b04434"/>
    <p:sldId xmlns:r="http://schemas.openxmlformats.org/officeDocument/2006/relationships" id="263" r:id="R4aff348fe8504725"/>
    <p:sldId xmlns:r="http://schemas.openxmlformats.org/officeDocument/2006/relationships" id="264" r:id="Rc8818525236f40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  <p:showPr loop="1" showNarration="0">
    <p:kiosk/>
  </p:showPr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a219b57061429e" /><Relationship Type="http://schemas.openxmlformats.org/officeDocument/2006/relationships/slideMaster" Target="/ppt/slideMasters/slideMaster1.xml" Id="Rb4b351eb10704f89" /><Relationship Type="http://schemas.openxmlformats.org/officeDocument/2006/relationships/notesMaster" Target="/ppt/notesMasters/notesMaster1.xml" Id="Rc523a3371ec34c6d" /><Relationship Type="http://schemas.openxmlformats.org/officeDocument/2006/relationships/presProps" Target="/ppt/presProps.xml" Id="R814636a36f2041ee" /><Relationship Type="http://schemas.openxmlformats.org/officeDocument/2006/relationships/tableStyles" Target="/ppt/tableStyles.xml" Id="Rb9f8001268a94bdb" /><Relationship Type="http://schemas.openxmlformats.org/officeDocument/2006/relationships/slide" Target="/ppt/slides/slide1.xml" Id="R3f140a702d0041eb" /><Relationship Type="http://schemas.openxmlformats.org/officeDocument/2006/relationships/slide" Target="/ppt/slides/slide2.xml" Id="R562656d671034174" /><Relationship Type="http://schemas.openxmlformats.org/officeDocument/2006/relationships/slide" Target="/ppt/slides/slide3.xml" Id="R071578a39ae84284" /><Relationship Type="http://schemas.openxmlformats.org/officeDocument/2006/relationships/slide" Target="/ppt/slides/slide4.xml" Id="R8ff6363614ac4312" /><Relationship Type="http://schemas.openxmlformats.org/officeDocument/2006/relationships/slide" Target="/ppt/slides/slide5.xml" Id="R816f59adb6ce4426" /><Relationship Type="http://schemas.openxmlformats.org/officeDocument/2006/relationships/slide" Target="/ppt/slides/slide6.xml" Id="R3a586fc731a34720" /><Relationship Type="http://schemas.openxmlformats.org/officeDocument/2006/relationships/slide" Target="/ppt/slides/slide7.xml" Id="R974f150061b04434" /><Relationship Type="http://schemas.openxmlformats.org/officeDocument/2006/relationships/slide" Target="/ppt/slides/slide8.xml" Id="R4aff348fe8504725" /><Relationship Type="http://schemas.openxmlformats.org/officeDocument/2006/relationships/slide" Target="/ppt/slides/slide9.xml" Id="Rc8818525236f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dedb2ae32649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ee6d673be34b7f" /><Relationship Type="http://schemas.openxmlformats.org/officeDocument/2006/relationships/notesMaster" Target="/ppt/notesMasters/notesMaster1.xml" Id="R282ac7b3953047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3282a0354e4ad5" /><Relationship Type="http://schemas.openxmlformats.org/officeDocument/2006/relationships/notesMaster" Target="/ppt/notesMasters/notesMaster1.xml" Id="R0e6104eded1646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af7e217c14e1a" /><Relationship Type="http://schemas.openxmlformats.org/officeDocument/2006/relationships/notesMaster" Target="/ppt/notesMasters/notesMaster1.xml" Id="R0c93d884002f4c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a55ea3b54f4926" /><Relationship Type="http://schemas.openxmlformats.org/officeDocument/2006/relationships/notesMaster" Target="/ppt/notesMasters/notesMaster1.xml" Id="R5ecabfea536443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5d1f7558fd4f88" /><Relationship Type="http://schemas.openxmlformats.org/officeDocument/2006/relationships/notesMaster" Target="/ppt/notesMasters/notesMaster1.xml" Id="R77ca637f49394a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55c15654744e21" /><Relationship Type="http://schemas.openxmlformats.org/officeDocument/2006/relationships/notesMaster" Target="/ppt/notesMasters/notesMaster1.xml" Id="R63fe9161510645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00d0b7465e4f4f" /><Relationship Type="http://schemas.openxmlformats.org/officeDocument/2006/relationships/notesMaster" Target="/ppt/notesMasters/notesMaster1.xml" Id="R843d142372d547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2bb9e019bb48ca" /><Relationship Type="http://schemas.openxmlformats.org/officeDocument/2006/relationships/notesMaster" Target="/ppt/notesMasters/notesMaster1.xml" Id="R5cf5736c3ce74e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3410edb7e24747" /><Relationship Type="http://schemas.openxmlformats.org/officeDocument/2006/relationships/notesMaster" Target="/ppt/notesMasters/notesMaster1.xml" Id="R723f8611201641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Child-In-Tech booth visual story. Photo: local website gallery IMG-6668.jpg.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child at a Child-In-Tech event. Photo: local website gallery IMG_3868.JPG.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 demonstrates hands-on STEM, including Arduino and simple circuits. Photos: local website gallery IMG-6663.jpg and IMG-6685.jpg. The visible kit in IMG-6663 is labeled STEMaide; do not claim children built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 lists Software &amp; Game Development among its LearnLab programmes: https://childintechhq.com/programs.html . Photo: local website gallery IMG-6670.jpg.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Left: LetiArts team, local website gallery IMG_3855.JPG. Right: child with digital device, IMG_3885.JPG. The CIT event page lists LetiArts: https://childintechhq.com/events.html . Do not imply the child in the right photo was at the LetiArts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 website lists coding, robotics, cybersecurity, game development and creative technology: https://childintechhq.com/programs.html . The about page mentions drones: https://childintechhq.com/about-us.html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Child speaking at a CIT session. Photo: local website gallery IMG-6677.jpg.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 website reports 7,300+ children reached: https://childintechhq.com/about-us.html . Group photo: local website gallery IMG_6594.JPG. Confirm the current total with CIT leadership before the event if a newer figure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Website: https://childintechhq.com/ . Photo: local website gallery IMG_3824.JPG.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593b6f67a49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d432caf104487a" /><Relationship Type="http://schemas.openxmlformats.org/officeDocument/2006/relationships/slideLayout" Target="/ppt/slideLayouts/slideLayout1.xml" Id="R4b659dcbd5154b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659dcbd5154b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33f2751664b66" /><Relationship Type="http://schemas.openxmlformats.org/officeDocument/2006/relationships/image" Target="/ppt/media/image.jpeg" Id="R1041476d4f044340" /><Relationship Type="http://schemas.openxmlformats.org/officeDocument/2006/relationships/notesSlide" Target="/ppt/notesSlides/notesSlide1.xml" Id="Rf0b47244f9394a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e6267b78c486b" /><Relationship Type="http://schemas.openxmlformats.org/officeDocument/2006/relationships/image" Target="/ppt/media/image2.jpeg" Id="Rc8533d575518448a" /><Relationship Type="http://schemas.openxmlformats.org/officeDocument/2006/relationships/notesSlide" Target="/ppt/notesSlides/notesSlide2.xml" Id="R676ea14a984e42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09bd28d004bab" /><Relationship Type="http://schemas.openxmlformats.org/officeDocument/2006/relationships/image" Target="/ppt/media/image3.jpeg" Id="R5d03eacf30414c8d" /><Relationship Type="http://schemas.openxmlformats.org/officeDocument/2006/relationships/image" Target="/ppt/media/image4.jpeg" Id="R6d3a6e2cf39b4fad" /><Relationship Type="http://schemas.openxmlformats.org/officeDocument/2006/relationships/notesSlide" Target="/ppt/notesSlides/notesSlide3.xml" Id="R94f95135381c45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8acc6628343e1" /><Relationship Type="http://schemas.openxmlformats.org/officeDocument/2006/relationships/image" Target="/ppt/media/image5.jpeg" Id="R77f640cd15a14865" /><Relationship Type="http://schemas.openxmlformats.org/officeDocument/2006/relationships/notesSlide" Target="/ppt/notesSlides/notesSlide4.xml" Id="R51187e62a9c94b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30f0fdaf44709" /><Relationship Type="http://schemas.openxmlformats.org/officeDocument/2006/relationships/image" Target="/ppt/media/image6.jpeg" Id="Rab70677a0c1246ea" /><Relationship Type="http://schemas.openxmlformats.org/officeDocument/2006/relationships/image" Target="/ppt/media/image7.jpeg" Id="R3e5d1f94325c4a26" /><Relationship Type="http://schemas.openxmlformats.org/officeDocument/2006/relationships/notesSlide" Target="/ppt/notesSlides/notesSlide5.xml" Id="R85f427d12f5340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c9fb823f244a7" /><Relationship Type="http://schemas.openxmlformats.org/officeDocument/2006/relationships/notesSlide" Target="/ppt/notesSlides/notesSlide6.xml" Id="Rc4dd16fe2ccd40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20755ea2648ee" /><Relationship Type="http://schemas.openxmlformats.org/officeDocument/2006/relationships/image" Target="/ppt/media/image8.jpeg" Id="R3329d46d849b4c07" /><Relationship Type="http://schemas.openxmlformats.org/officeDocument/2006/relationships/notesSlide" Target="/ppt/notesSlides/notesSlide7.xml" Id="R19825ca5b0d44d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8120046d24a0d" /><Relationship Type="http://schemas.openxmlformats.org/officeDocument/2006/relationships/image" Target="/ppt/media/image9.jpeg" Id="R6dc4cb8041974c6c" /><Relationship Type="http://schemas.openxmlformats.org/officeDocument/2006/relationships/notesSlide" Target="/ppt/notesSlides/notesSlide8.xml" Id="R96fd4f5a5b4544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b9d9ce77841c3" /><Relationship Type="http://schemas.openxmlformats.org/officeDocument/2006/relationships/image" Target="/ppt/media/image10.jpeg" Id="Ra75143996f8b4069" /><Relationship Type="http://schemas.openxmlformats.org/officeDocument/2006/relationships/notesSlide" Target="/ppt/notesSlides/notesSlide9.xml" Id="Rf6aafcbb937143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1476d4f044340"/>
          <a:srcRect xmlns:a="http://schemas.openxmlformats.org/drawingml/2006/main" l="14829" t="0" r="148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A6D60-E8FE-40A4-AA18-C5D6A9B1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75328-90CF-4235-8407-C7A62D26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2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F87F8-2963-4322-A48A-6AAFBE4F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19125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CHILD-</a:t>
            </a:r>
          </a:p>
          <a:p xmlns:a="http://schemas.openxmlformats.org/drawingml/2006/main">
            <a:pPr>
              <a:defRPr sz="525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IN-TECH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84843-46DC-42F8-B62E-EB7D0220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A look inside the experiences</a:t>
            </a:r>
          </a:p>
          <a:p xmlns:a="http://schemas.openxmlformats.org/drawingml/2006/main">
            <a:pPr>
              <a:defRPr sz="2325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we create for children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655E5-D343-4C08-A84A-2D17F258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817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MTN GAMING CONFERENCE</a:t>
            </a:r>
          </a:p>
        </p:txBody>
      </p:sp>
    </p:spTree>
    <p:extLst>
      <p:ext uri="{BB962C8B-B14F-4D97-AF65-F5344CB8AC3E}">
        <p14:creationId xmlns:p14="http://schemas.microsoft.com/office/powerpoint/2010/main" val="1885638943"/>
      </p:ext>
    </p:extLst>
  </p:cSld>
  <p:transition advClick="0" advTm="7800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A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33d575518448a"/>
          <a:srcRect xmlns:a="http://schemas.openxmlformats.org/drawingml/2006/main" l="13945" t="0" r="13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32B7A-267A-4309-8410-9628EFD2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02335-1762-499B-ACAF-D5FE5611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C6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C6D4"/>
                </a:solidFill>
                <a:latin typeface="Arial"/>
                <a:ea typeface="Arial"/>
                <a:cs typeface="Arial"/>
              </a:rPr>
              <a:t>01 / CURIOSITY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B52F8-496C-4C71-AD91-69E09ED0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The first</a:t>
            </a:r>
          </a:p>
          <a:p xmlns:a="http://schemas.openxmlformats.org/drawingml/2006/main">
            <a:pPr>
              <a:defRPr sz="525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spark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65F8D-26E9-4EBB-B465-F3E99B5F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9625"/>
            <a:ext cx="3476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DFDFB"/>
                </a:solidFill>
                <a:latin typeface="Arial"/>
                <a:ea typeface="Arial"/>
                <a:cs typeface="Arial"/>
              </a:rPr>
              <a:t>Technology feels possible when a child gets to explore it up close.</a:t>
            </a:r>
          </a:p>
        </p:txBody>
      </p:sp>
    </p:spTree>
    <p:extLst>
      <p:ext uri="{BB962C8B-B14F-4D97-AF65-F5344CB8AC3E}">
        <p14:creationId xmlns:p14="http://schemas.microsoft.com/office/powerpoint/2010/main" val="1031432292"/>
      </p:ext>
    </p:extLst>
  </p:cSld>
  <p:transition advClick="0" advTm="6200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9EA6A-C9D1-4D93-87C1-F2D6C6C8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02 / 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83A28-1F9E-49B4-91E6-C9F9CD67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953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Circuits in their hands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3eacf30414c8d"/>
          <a:srcRect xmlns:a="http://schemas.openxmlformats.org/drawingml/2006/main" l="6763" t="0" r="6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905000"/>
            <a:ext cx="5191125" cy="40005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a6e2cf39b4fad"/>
          <a:srcRect xmlns:a="http://schemas.openxmlformats.org/drawingml/2006/main" l="0" t="2300" r="0" b="2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1905000"/>
            <a:ext cx="5591175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159EF-FE9F-4CF2-955C-2A0CA1FB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86475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D2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49364553"/>
      </p:ext>
    </p:extLst>
  </p:cSld>
  <p:transition advClick="0" advTm="6200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640cd15a14865"/>
          <a:srcRect xmlns:a="http://schemas.openxmlformats.org/drawingml/2006/main" l="12977" t="0" r="129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0"/>
            <a:ext cx="7620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9EB6D-21E9-43DC-9521-28E2038C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05421-1AC5-453E-8805-95A4EF40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03 /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283F9-5AF8-4E7B-A5F2-8E928360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6671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Their first</a:t>
            </a:r>
          </a:p>
          <a:p xmlns:a="http://schemas.openxmlformats.org/drawingml/2006/main">
            <a:pPr>
              <a:defRPr sz="465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lines of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D68D1-875E-4C07-AB42-8A7D7201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33900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We introduce children to coding and game creation through accessible tools.</a:t>
            </a:r>
          </a:p>
        </p:txBody>
      </p:sp>
    </p:spTree>
    <p:extLst>
      <p:ext uri="{BB962C8B-B14F-4D97-AF65-F5344CB8AC3E}">
        <p14:creationId xmlns:p14="http://schemas.microsoft.com/office/powerpoint/2010/main" val="790395635"/>
      </p:ext>
    </p:extLst>
  </p:cSld>
  <p:transition advClick="0" advTm="6200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56C9C-AEAC-4044-B1BE-6F389AE7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C6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C6D4"/>
                </a:solidFill>
                <a:latin typeface="Arial"/>
                <a:ea typeface="Arial"/>
                <a:cs typeface="Arial"/>
              </a:rPr>
              <a:t>04 / INDUSTRY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03A30-9C74-4739-95A6-6BC3C22D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Meet the makers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0677a0c1246ea"/>
          <a:srcRect xmlns:a="http://schemas.openxmlformats.org/drawingml/2006/main" l="0" t="8691" r="0" b="86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924050"/>
            <a:ext cx="5638800" cy="3476625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d1f94325c4a26"/>
          <a:srcRect xmlns:a="http://schemas.openxmlformats.org/drawingml/2006/main" l="0" t="23013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924050"/>
            <a:ext cx="5153025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9D2B6-17F8-43B3-854A-66387C1F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DFDFB"/>
                </a:solidFill>
                <a:latin typeface="Arial"/>
                <a:ea typeface="Arial"/>
                <a:cs typeface="Arial"/>
              </a:rPr>
              <a:t>A chance to see the people behind the games they play.</a:t>
            </a:r>
          </a:p>
        </p:txBody>
      </p:sp>
    </p:spTree>
    <p:extLst>
      <p:ext uri="{BB962C8B-B14F-4D97-AF65-F5344CB8AC3E}">
        <p14:creationId xmlns:p14="http://schemas.microsoft.com/office/powerpoint/2010/main" val="1035466997"/>
      </p:ext>
    </p:extLst>
  </p:cSld>
  <p:transition advClick="0" advTm="6200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6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0A492-1059-4215-8F0C-F725E7F8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WHAT CHILDREN EXPLORE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46E91-4D1C-4EF3-8978-3916BB7D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5238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325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Coding</a:t>
            </a:r>
          </a:p>
          <a:p xmlns:a="http://schemas.openxmlformats.org/drawingml/2006/main">
            <a:pPr>
              <a:defRPr sz="5325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325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Robotics</a:t>
            </a:r>
          </a:p>
          <a:p xmlns:a="http://schemas.openxmlformats.org/drawingml/2006/main">
            <a:pPr>
              <a:defRPr sz="5325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325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Drones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38DDE-3ED0-4CA4-8DFA-D26A9B99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371600"/>
            <a:ext cx="58483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Cybersecurity</a:t>
            </a:r>
          </a:p>
          <a:p xmlns:a="http://schemas.openxmlformats.org/drawingml/2006/main">
            <a:pPr>
              <a:defRPr sz="4725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Games</a:t>
            </a:r>
          </a:p>
          <a:p xmlns:a="http://schemas.openxmlformats.org/drawingml/2006/main">
            <a:pPr>
              <a:defRPr sz="4725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Digital creativity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7EC6F-1DF1-4E99-AE39-BD60B0A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10944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1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E56C9-8B60-4765-811C-F2406AD2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CIT programmes and events introduce children to a range of technology fields.</a:t>
            </a:r>
          </a:p>
        </p:txBody>
      </p:sp>
    </p:spTree>
    <p:extLst>
      <p:ext uri="{BB962C8B-B14F-4D97-AF65-F5344CB8AC3E}">
        <p14:creationId xmlns:p14="http://schemas.microsoft.com/office/powerpoint/2010/main" val="252222267"/>
      </p:ext>
    </p:extLst>
  </p:cSld>
  <p:transition advClick="0" advTm="6200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9d46d849b4c07"/>
          <a:srcRect xmlns:a="http://schemas.openxmlformats.org/drawingml/2006/main" l="14366" t="0" r="143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D3DEC-9FDC-48F2-A1B6-B703D2F4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10773-F8B4-4B5E-9383-FF6C5C44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05 / CONFIDENCE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2ACAC-A199-4D79-BE59-7C053D2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28775"/>
            <a:ext cx="37909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Their ideas</a:t>
            </a:r>
          </a:p>
          <a:p xmlns:a="http://schemas.openxmlformats.org/drawingml/2006/main">
            <a:pPr>
              <a:defRPr sz="51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have a voice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70F75-E930-458C-8721-6B74AB80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95825"/>
            <a:ext cx="350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Children share what they discover with others.</a:t>
            </a:r>
          </a:p>
        </p:txBody>
      </p:sp>
    </p:spTree>
    <p:extLst>
      <p:ext uri="{BB962C8B-B14F-4D97-AF65-F5344CB8AC3E}">
        <p14:creationId xmlns:p14="http://schemas.microsoft.com/office/powerpoint/2010/main" val="1390523328"/>
      </p:ext>
    </p:extLst>
  </p:cSld>
  <p:transition advClick="0" advTm="6200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A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4cb8041974c6c"/>
          <a:srcRect xmlns:a="http://schemas.openxmlformats.org/drawingml/2006/main" l="0" t="20703" r="0" b="20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476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F3688-D951-4656-A6C9-74DD4558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083D1-C5F1-4AEE-93C7-46232D19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5476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7,300+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49274-3B70-437C-9842-39F1EFB7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197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children reached</a:t>
            </a:r>
          </a:p>
          <a:p xmlns:a="http://schemas.openxmlformats.org/drawingml/2006/main">
            <a:pPr>
              <a:defRPr sz="2700" b="1">
                <a:solidFill>
                  <a:srgbClr val="FDFD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DFDFB"/>
                </a:solidFill>
                <a:latin typeface="Arial"/>
                <a:ea typeface="Arial"/>
                <a:cs typeface="Arial"/>
              </a:rPr>
              <a:t>across Ghana</a:t>
            </a:r>
          </a:p>
        </p:txBody>
      </p:sp>
    </p:spTree>
    <p:extLst>
      <p:ext uri="{BB962C8B-B14F-4D97-AF65-F5344CB8AC3E}">
        <p14:creationId xmlns:p14="http://schemas.microsoft.com/office/powerpoint/2010/main" val="219058081"/>
      </p:ext>
    </p:extLst>
  </p:cSld>
  <p:transition advClick="0" advTm="8000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D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143996f8b4069"/>
          <a:srcRect xmlns:a="http://schemas.openxmlformats.org/drawingml/2006/main" l="23390" t="0" r="233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0"/>
            <a:ext cx="5476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43DE7-E1DA-4B59-9FDA-B04712E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15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11443-8FAA-425F-999A-6E34BE09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58165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Let more children</a:t>
            </a:r>
          </a:p>
          <a:p xmlns:a="http://schemas.openxmlformats.org/drawingml/2006/main">
            <a:pPr>
              <a:defRPr sz="45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get this close</a:t>
            </a:r>
          </a:p>
          <a:p xmlns:a="http://schemas.openxmlformats.org/drawingml/2006/main">
            <a:pPr>
              <a:defRPr sz="4500" b="1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A1B"/>
                </a:solidFill>
                <a:latin typeface="Arial"/>
                <a:ea typeface="Arial"/>
                <a:cs typeface="Arial"/>
              </a:rPr>
              <a:t>to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DB858-9F32-4473-97F2-73F706BE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6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31854-2EFE-496A-9680-826B9C55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552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A1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A1B"/>
                </a:solidFill>
                <a:latin typeface="Arial"/>
                <a:ea typeface="Arial"/>
                <a:cs typeface="Arial"/>
              </a:rPr>
              <a:t>Let’s talk about a school visit, a tech experience or a partnership.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EC110-4E5F-4EB4-8456-28EDE7FD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6D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6D21"/>
                </a:solidFill>
                <a:latin typeface="Arial"/>
                <a:ea typeface="Arial"/>
                <a:cs typeface="Arial"/>
              </a:rPr>
              <a:t>childintechhq.com</a:t>
            </a:r>
          </a:p>
        </p:txBody>
      </p:sp>
    </p:spTree>
    <p:extLst>
      <p:ext uri="{BB962C8B-B14F-4D97-AF65-F5344CB8AC3E}">
        <p14:creationId xmlns:p14="http://schemas.microsoft.com/office/powerpoint/2010/main" val="739870695"/>
      </p:ext>
    </p:extLst>
  </p:cSld>
  <p:transition advClick="0" advTm="6200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2026-09-27T13:07:40.8940000Z</dcterms:created>
  <dcterms:modified xsi:type="dcterms:W3CDTF">2026-09-27T13:07:40.8940000Z</dcterms:modified>
</coreProperties>
</file>