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6bd8ca56447ed" /><Relationship Type="http://schemas.openxmlformats.org/officeDocument/2006/relationships/extended-properties" Target="/docProps/app.xml" Id="Rfdc13610154a43f3" /><Relationship Type="http://schemas.openxmlformats.org/officeDocument/2006/relationships/officeDocument" Target="/ppt/presentation.xml" Id="R27595f68a9bc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3bd717f0454a1e"/>
  </p:sldMasterIdLst>
  <p:notesMasterIdLst>
    <p:notesMasterId xmlns:r="http://schemas.openxmlformats.org/officeDocument/2006/relationships" r:id="Rde5c0c82e47c4bff"/>
  </p:notesMasterIdLst>
  <p:sldIdLst>
    <p:sldId xmlns:r="http://schemas.openxmlformats.org/officeDocument/2006/relationships" id="256" r:id="R5b8d49403f534173"/>
    <p:sldId xmlns:r="http://schemas.openxmlformats.org/officeDocument/2006/relationships" id="257" r:id="Ra5fb88840fb04482"/>
    <p:sldId xmlns:r="http://schemas.openxmlformats.org/officeDocument/2006/relationships" id="258" r:id="Rf81386d1300a4f05"/>
    <p:sldId xmlns:r="http://schemas.openxmlformats.org/officeDocument/2006/relationships" id="259" r:id="Rd3b91cfa9ed64ddf"/>
    <p:sldId xmlns:r="http://schemas.openxmlformats.org/officeDocument/2006/relationships" id="260" r:id="R09e59ec1cd9b4620"/>
    <p:sldId xmlns:r="http://schemas.openxmlformats.org/officeDocument/2006/relationships" id="261" r:id="Rbcbc700c8bf24599"/>
    <p:sldId xmlns:r="http://schemas.openxmlformats.org/officeDocument/2006/relationships" id="262" r:id="Rd9441aa5f2334bfb"/>
    <p:sldId xmlns:r="http://schemas.openxmlformats.org/officeDocument/2006/relationships" id="263" r:id="Ref71c344e2e344ad"/>
    <p:sldId xmlns:r="http://schemas.openxmlformats.org/officeDocument/2006/relationships" id="264" r:id="Rd7af9bcd7266471e"/>
    <p:sldId xmlns:r="http://schemas.openxmlformats.org/officeDocument/2006/relationships" id="265" r:id="Rf93231e66dec42af"/>
    <p:sldId xmlns:r="http://schemas.openxmlformats.org/officeDocument/2006/relationships" id="266" r:id="R9689e055892445f9"/>
    <p:sldId xmlns:r="http://schemas.openxmlformats.org/officeDocument/2006/relationships" id="267" r:id="R40c4017f73194fd4"/>
    <p:sldId xmlns:r="http://schemas.openxmlformats.org/officeDocument/2006/relationships" id="268" r:id="Redc26663f99a40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  <p:showPr loop="1" showNarration="0">
    <p:kiosk/>
  </p:showPr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8781ace714fc2" /><Relationship Type="http://schemas.openxmlformats.org/officeDocument/2006/relationships/slideMaster" Target="/ppt/slideMasters/slideMaster1.xml" Id="R4a3bd717f0454a1e" /><Relationship Type="http://schemas.openxmlformats.org/officeDocument/2006/relationships/notesMaster" Target="/ppt/notesMasters/notesMaster1.xml" Id="Rde5c0c82e47c4bff" /><Relationship Type="http://schemas.openxmlformats.org/officeDocument/2006/relationships/presProps" Target="/ppt/presProps.xml" Id="R9d3d43a932d6462c" /><Relationship Type="http://schemas.openxmlformats.org/officeDocument/2006/relationships/tableStyles" Target="/ppt/tableStyles.xml" Id="R5d58d04de9714882" /><Relationship Type="http://schemas.openxmlformats.org/officeDocument/2006/relationships/slide" Target="/ppt/slides/slide1.xml" Id="R5b8d49403f534173" /><Relationship Type="http://schemas.openxmlformats.org/officeDocument/2006/relationships/slide" Target="/ppt/slides/slide2.xml" Id="Ra5fb88840fb04482" /><Relationship Type="http://schemas.openxmlformats.org/officeDocument/2006/relationships/slide" Target="/ppt/slides/slide3.xml" Id="Rf81386d1300a4f05" /><Relationship Type="http://schemas.openxmlformats.org/officeDocument/2006/relationships/slide" Target="/ppt/slides/slide4.xml" Id="Rd3b91cfa9ed64ddf" /><Relationship Type="http://schemas.openxmlformats.org/officeDocument/2006/relationships/slide" Target="/ppt/slides/slide5.xml" Id="R09e59ec1cd9b4620" /><Relationship Type="http://schemas.openxmlformats.org/officeDocument/2006/relationships/slide" Target="/ppt/slides/slide6.xml" Id="Rbcbc700c8bf24599" /><Relationship Type="http://schemas.openxmlformats.org/officeDocument/2006/relationships/slide" Target="/ppt/slides/slide7.xml" Id="Rd9441aa5f2334bfb" /><Relationship Type="http://schemas.openxmlformats.org/officeDocument/2006/relationships/slide" Target="/ppt/slides/slide8.xml" Id="Ref71c344e2e344ad" /><Relationship Type="http://schemas.openxmlformats.org/officeDocument/2006/relationships/slide" Target="/ppt/slides/slide9.xml" Id="Rd7af9bcd7266471e" /><Relationship Type="http://schemas.openxmlformats.org/officeDocument/2006/relationships/slide" Target="/ppt/slides/slide10.xml" Id="Rf93231e66dec42af" /><Relationship Type="http://schemas.openxmlformats.org/officeDocument/2006/relationships/slide" Target="/ppt/slides/slide11.xml" Id="R9689e055892445f9" /><Relationship Type="http://schemas.openxmlformats.org/officeDocument/2006/relationships/slide" Target="/ppt/slides/slide12.xml" Id="R40c4017f73194fd4" /><Relationship Type="http://schemas.openxmlformats.org/officeDocument/2006/relationships/slide" Target="/ppt/slides/slide13.xml" Id="Redc26663f99a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dc4d7bfe38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4cd9ba5a849fa" /><Relationship Type="http://schemas.openxmlformats.org/officeDocument/2006/relationships/notesMaster" Target="/ppt/notesMasters/notesMaster1.xml" Id="R5726b2f37b91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d399ae8f645c8" /><Relationship Type="http://schemas.openxmlformats.org/officeDocument/2006/relationships/notesMaster" Target="/ppt/notesMasters/notesMaster1.xml" Id="R7079dc061470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32a2c21dea4d33" /><Relationship Type="http://schemas.openxmlformats.org/officeDocument/2006/relationships/notesMaster" Target="/ppt/notesMasters/notesMaster1.xml" Id="Rd4b50164412f41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ddd8073534524" /><Relationship Type="http://schemas.openxmlformats.org/officeDocument/2006/relationships/notesMaster" Target="/ppt/notesMasters/notesMaster1.xml" Id="R95d46e16470b42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bcd9c4c454fc5" /><Relationship Type="http://schemas.openxmlformats.org/officeDocument/2006/relationships/notesMaster" Target="/ppt/notesMasters/notesMaster1.xml" Id="Rea72299f962641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ae54358a0444a" /><Relationship Type="http://schemas.openxmlformats.org/officeDocument/2006/relationships/notesMaster" Target="/ppt/notesMasters/notesMaster1.xml" Id="R68969ad9f11d40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afe4611904461" /><Relationship Type="http://schemas.openxmlformats.org/officeDocument/2006/relationships/notesMaster" Target="/ppt/notesMasters/notesMaster1.xml" Id="Rdf2942196f66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47f7d8f8a646e4" /><Relationship Type="http://schemas.openxmlformats.org/officeDocument/2006/relationships/notesMaster" Target="/ppt/notesMasters/notesMaster1.xml" Id="R0856d94a5b09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d0434ee4bb4c7f" /><Relationship Type="http://schemas.openxmlformats.org/officeDocument/2006/relationships/notesMaster" Target="/ppt/notesMasters/notesMaster1.xml" Id="R78c858cec6d146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64970da8474508" /><Relationship Type="http://schemas.openxmlformats.org/officeDocument/2006/relationships/notesMaster" Target="/ppt/notesMasters/notesMaster1.xml" Id="R8d01df64075d4b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7f7bbaaf274e75" /><Relationship Type="http://schemas.openxmlformats.org/officeDocument/2006/relationships/notesMaster" Target="/ppt/notesMasters/notesMaster1.xml" Id="Ref0da4b4b71c4c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5c9c1679f34d5e" /><Relationship Type="http://schemas.openxmlformats.org/officeDocument/2006/relationships/notesMaster" Target="/ppt/notesMasters/notesMaster1.xml" Id="Rdc9b8209704b42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c30db752ef4490" /><Relationship Type="http://schemas.openxmlformats.org/officeDocument/2006/relationships/notesMaster" Target="/ppt/notesMasters/notesMaster1.xml" Id="R1909cd3ef6174b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Child-In-Tech booth visual story. Photo: local website gallery IMG-6668.jpg.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child at a Child-In-Tech event. Photo: local website gallery IMG_3868.JPG.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demonstrates hands-on STEM, including Arduino and simple circuits. Photos: local website gallery IMG-6663.jpg and IMG-6685.jpg. The visible kit in IMG-6663 is labeled STEMaide; do not claim children built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lists Software &amp; Game Development among its LearnLab programmes: https://childintechhq.com/programs.html . Photo: local website gallery IMG-6670.jpg.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LetiArts team, local website gallery IMG_3855.JPG. Right: child with digital device, IMG_3885.JPG. The CIT event page lists LetiArts: https://childintechhq.com/events.html . Do not imply the child in the right photo was at the LetiArts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photograph 5890780361137000234.jpg. The screen reads Introduction to Game Design. The related session photo shows LetiArts staff.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photographs 5890780361137000232.jpg and 5890780361137000236.jpg. The screen in the latter shows steps to make a simple puzzle game GDD.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photograph 5890780361137000237.jpg. Shows children at gaming computers.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photographs 5890780361137000233.jpg and 5890780361137000235.jpg. Both show children using VR headsets at a CIT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website lists coding, robotics, cybersecurity, game development and creative technology: https://childintechhq.com/programs.html . The about page mentions drones: https://childintechhq.com/about-us.html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Child speaking at a CIT session. Photo: local website gallery IMG-6677.jpg.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website reports 7,300+ children reached: https://childintechhq.com/about-us.html . Group photo: local website gallery IMG_6594.JPG. Confirm the current total with CIT leadership before the event if a newer figure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Website: https://childintechhq.com/ . Photo: local website gallery IMG_3824.JPG.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2db0aecd0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2d615a54d42a0" /><Relationship Type="http://schemas.openxmlformats.org/officeDocument/2006/relationships/slideLayout" Target="/ppt/slideLayouts/slideLayout1.xml" Id="R17e86eb6c8e04d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86eb6c8e04d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a6181aec943ff" /><Relationship Type="http://schemas.openxmlformats.org/officeDocument/2006/relationships/image" Target="/ppt/media/image.jpeg" Id="R637391a02946408a" /><Relationship Type="http://schemas.openxmlformats.org/officeDocument/2006/relationships/notesSlide" Target="/ppt/notesSlides/notesSlide1.xml" Id="Rb6f7f6a1a52d4a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505b3bc5742fa" /><Relationship Type="http://schemas.openxmlformats.org/officeDocument/2006/relationships/image" Target="/ppt/media/image2.jpeg" Id="Rb57a661a73614637" /><Relationship Type="http://schemas.openxmlformats.org/officeDocument/2006/relationships/notesSlide" Target="/ppt/notesSlides/notesSlide2.xml" Id="Ref5f6e9cc574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0facbba7d47b4" /><Relationship Type="http://schemas.openxmlformats.org/officeDocument/2006/relationships/image" Target="/ppt/media/image3.jpeg" Id="R486e14c081c143fa" /><Relationship Type="http://schemas.openxmlformats.org/officeDocument/2006/relationships/image" Target="/ppt/media/image4.jpeg" Id="Rffc5eca996ab4ab4" /><Relationship Type="http://schemas.openxmlformats.org/officeDocument/2006/relationships/notesSlide" Target="/ppt/notesSlides/notesSlide3.xml" Id="R3ba50d06eb6647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c9e60f6cd41a3" /><Relationship Type="http://schemas.openxmlformats.org/officeDocument/2006/relationships/image" Target="/ppt/media/image5.jpeg" Id="R5add97aa1fa04907" /><Relationship Type="http://schemas.openxmlformats.org/officeDocument/2006/relationships/notesSlide" Target="/ppt/notesSlides/notesSlide4.xml" Id="Rf55e5efe6d6746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5519325d84de2" /><Relationship Type="http://schemas.openxmlformats.org/officeDocument/2006/relationships/image" Target="/ppt/media/image6.jpeg" Id="R6c469e7b70a04ca0" /><Relationship Type="http://schemas.openxmlformats.org/officeDocument/2006/relationships/image" Target="/ppt/media/image7.jpeg" Id="R711618047691464c" /><Relationship Type="http://schemas.openxmlformats.org/officeDocument/2006/relationships/notesSlide" Target="/ppt/notesSlides/notesSlide5.xml" Id="R67ffc1158365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feb92d5a64cab" /><Relationship Type="http://schemas.openxmlformats.org/officeDocument/2006/relationships/image" Target="/ppt/media/image8.jpeg" Id="R2e252092d08c41a3" /><Relationship Type="http://schemas.openxmlformats.org/officeDocument/2006/relationships/notesSlide" Target="/ppt/notesSlides/notesSlide6.xml" Id="R45fda246359a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b975bf2614508" /><Relationship Type="http://schemas.openxmlformats.org/officeDocument/2006/relationships/image" Target="/ppt/media/image9.jpeg" Id="R5fe3aea813744046" /><Relationship Type="http://schemas.openxmlformats.org/officeDocument/2006/relationships/image" Target="/ppt/media/image10.jpeg" Id="Re3932539e2dc4b61" /><Relationship Type="http://schemas.openxmlformats.org/officeDocument/2006/relationships/notesSlide" Target="/ppt/notesSlides/notesSlide7.xml" Id="R25039f403f9643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922fe390f438e" /><Relationship Type="http://schemas.openxmlformats.org/officeDocument/2006/relationships/image" Target="/ppt/media/image11.jpeg" Id="R25a8b3ec588947f1" /><Relationship Type="http://schemas.openxmlformats.org/officeDocument/2006/relationships/notesSlide" Target="/ppt/notesSlides/notesSlide8.xml" Id="Re9218c2a3a7b4e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a8974643640df" /><Relationship Type="http://schemas.openxmlformats.org/officeDocument/2006/relationships/image" Target="/ppt/media/image12.jpeg" Id="R0bf9e3f2c5bc4f30" /><Relationship Type="http://schemas.openxmlformats.org/officeDocument/2006/relationships/image" Target="/ppt/media/image13.jpeg" Id="R934f8540630c47fd" /><Relationship Type="http://schemas.openxmlformats.org/officeDocument/2006/relationships/notesSlide" Target="/ppt/notesSlides/notesSlide9.xml" Id="R8a9360a892a648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b1d00b7c45ab" /><Relationship Type="http://schemas.openxmlformats.org/officeDocument/2006/relationships/notesSlide" Target="/ppt/notesSlides/notesSlide10.xml" Id="R608c5a202ad14e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28f4cab043b1" /><Relationship Type="http://schemas.openxmlformats.org/officeDocument/2006/relationships/image" Target="/ppt/media/image14.jpeg" Id="R27179f1cf6e84ea6" /><Relationship Type="http://schemas.openxmlformats.org/officeDocument/2006/relationships/notesSlide" Target="/ppt/notesSlides/notesSlide11.xml" Id="Rfd2bc88a308647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9fe04f02420a" /><Relationship Type="http://schemas.openxmlformats.org/officeDocument/2006/relationships/image" Target="/ppt/media/image15.jpeg" Id="R3e23f60826024cdf" /><Relationship Type="http://schemas.openxmlformats.org/officeDocument/2006/relationships/notesSlide" Target="/ppt/notesSlides/notesSlide12.xml" Id="R618c585b36ea43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55c0e697e44c6" /><Relationship Type="http://schemas.openxmlformats.org/officeDocument/2006/relationships/image" Target="/ppt/media/image16.jpeg" Id="R1fef40642e344e1c" /><Relationship Type="http://schemas.openxmlformats.org/officeDocument/2006/relationships/notesSlide" Target="/ppt/notesSlides/notesSlide13.xml" Id="R58b197997880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391a02946408a"/>
          <a:srcRect xmlns:a="http://schemas.openxmlformats.org/drawingml/2006/main" l="14829" t="0" r="148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A55BF-8B0D-45AF-A70A-FE9114D9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CE3B6-FA4F-4F59-BFE6-522ADA9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2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9D0FE-110A-4FD5-8BE1-F6FBC213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1912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CHILD-</a:t>
            </a:r>
          </a:p>
          <a:p xmlns:a="http://schemas.openxmlformats.org/drawingml/2006/main">
            <a:pPr>
              <a:defRPr sz="52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IN-TECH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10046-416D-4194-BE83-EF6A2C5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A look inside the experiences</a:t>
            </a:r>
          </a:p>
          <a:p xmlns:a="http://schemas.openxmlformats.org/drawingml/2006/main">
            <a:pPr>
              <a:defRPr sz="23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we create for children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38229-B07B-4529-9083-938713F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7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MTN GAMING CONFERENCE</a:t>
            </a:r>
          </a:p>
        </p:txBody>
      </p:sp>
    </p:spTree>
    <p:extLst>
      <p:ext uri="{BB962C8B-B14F-4D97-AF65-F5344CB8AC3E}">
        <p14:creationId xmlns:p14="http://schemas.microsoft.com/office/powerpoint/2010/main" val="1034636669"/>
      </p:ext>
    </p:extLst>
  </p:cSld>
  <p:transition advClick="0" advTm="8000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a661a73614637"/>
          <a:srcRect xmlns:a="http://schemas.openxmlformats.org/drawingml/2006/main" l="13945" t="0" r="13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D91DE-1286-4EC3-A511-EB478BE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BC0E5-FDBF-451F-8344-FAF68804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01 / CURIOSITY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A2224-AE65-4173-AC5E-DD010B60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The first</a:t>
            </a:r>
          </a:p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AC622-770C-427E-B118-B4D5A3C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Technology feels possible when a child gets to explore it up close.</a:t>
            </a:r>
          </a:p>
        </p:txBody>
      </p:sp>
    </p:spTree>
    <p:extLst>
      <p:ext uri="{BB962C8B-B14F-4D97-AF65-F5344CB8AC3E}">
        <p14:creationId xmlns:p14="http://schemas.microsoft.com/office/powerpoint/2010/main" val="1999609474"/>
      </p:ext>
    </p:extLst>
  </p:cSld>
  <p:transition advClick="0" advTm="7000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6E1E7-E9EF-48D8-A73F-CE3CDA6C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02 / 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4C13F-7F6B-4816-BBE2-9125F44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953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Circuits in their hands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e14c081c143fa"/>
          <a:srcRect xmlns:a="http://schemas.openxmlformats.org/drawingml/2006/main" l="6763" t="0" r="6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05000"/>
            <a:ext cx="5191125" cy="4000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5eca996ab4ab4"/>
          <a:srcRect xmlns:a="http://schemas.openxmlformats.org/drawingml/2006/main" l="0" t="2300" r="0" b="2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905000"/>
            <a:ext cx="5591175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17FB6-8008-400B-9393-003C8CE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86475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2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2036228"/>
      </p:ext>
    </p:extLst>
  </p:cSld>
  <p:transition advClick="0" advTm="7000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d97aa1fa04907"/>
          <a:srcRect xmlns:a="http://schemas.openxmlformats.org/drawingml/2006/main" l="12977" t="0" r="12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A4598-980A-4BFC-B289-640F202F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9FF8F-755E-458D-817E-77B261F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03 /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D18C-073C-4A84-BF60-39DCB44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667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Their first</a:t>
            </a:r>
          </a:p>
          <a:p xmlns:a="http://schemas.openxmlformats.org/drawingml/2006/main">
            <a:pPr>
              <a:defRPr sz="46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lines of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3662D-32C6-4A9F-8578-CC127550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3390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We introduce children to coding and game creation through accessible tools.</a:t>
            </a:r>
          </a:p>
        </p:txBody>
      </p:sp>
    </p:spTree>
    <p:extLst>
      <p:ext uri="{BB962C8B-B14F-4D97-AF65-F5344CB8AC3E}">
        <p14:creationId xmlns:p14="http://schemas.microsoft.com/office/powerpoint/2010/main" val="1942266775"/>
      </p:ext>
    </p:extLst>
  </p:cSld>
  <p:transition advClick="0" advTm="7000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3081C-C7F7-48CD-950A-A5EA0CE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04 / INDUSTRY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6F571-E498-438D-B2E8-E7EAA2FE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Meet the makers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69e7b70a04ca0"/>
          <a:srcRect xmlns:a="http://schemas.openxmlformats.org/drawingml/2006/main" l="0" t="8691" r="0" b="8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24050"/>
            <a:ext cx="5638800" cy="34766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618047691464c"/>
          <a:srcRect xmlns:a="http://schemas.openxmlformats.org/drawingml/2006/main" l="0" t="23013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924050"/>
            <a:ext cx="5153025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D2CDC-62BA-46F8-A950-D755A0D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A chance to see the people behind the games they play.</a:t>
            </a:r>
          </a:p>
        </p:txBody>
      </p:sp>
    </p:spTree>
    <p:extLst>
      <p:ext uri="{BB962C8B-B14F-4D97-AF65-F5344CB8AC3E}">
        <p14:creationId xmlns:p14="http://schemas.microsoft.com/office/powerpoint/2010/main" val="252843879"/>
      </p:ext>
    </p:extLst>
  </p:cSld>
  <p:transition advClick="0" advTm="7000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52092d08c41a3"/>
          <a:stretch xmlns:a="http://schemas.openxmlformats.org/drawingml/2006/main"/>
        </p:blipFill>
        <p:spPr>
          <a:xfrm xmlns:a="http://schemas.openxmlformats.org/drawingml/2006/main">
            <a:off x="657225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0EA71-B323-42E6-B73D-328823F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05 / GAME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B491E-1B4F-4818-BBBF-1AEB9C74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429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Game design</a:t>
            </a:r>
          </a:p>
          <a:p xmlns:a="http://schemas.openxmlformats.org/drawingml/2006/main">
            <a:pPr>
              <a:defRPr sz="457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with LetiArts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84102-8B2D-4A1D-B108-C80CE7A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1485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Children hear how a game begins: with an idea, rules and challenges.</a:t>
            </a:r>
          </a:p>
        </p:txBody>
      </p:sp>
    </p:spTree>
    <p:extLst>
      <p:ext uri="{BB962C8B-B14F-4D97-AF65-F5344CB8AC3E}">
        <p14:creationId xmlns:p14="http://schemas.microsoft.com/office/powerpoint/2010/main" val="295970266"/>
      </p:ext>
    </p:extLst>
  </p:cSld>
  <p:transition advClick="0" advTm="7000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09721-CA9B-4D49-B161-634F9DF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06 / THE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34369-9D68-4D8B-A663-3084262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95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An idea takes shape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3aea813744046"/>
          <a:srcRect xmlns:a="http://schemas.openxmlformats.org/drawingml/2006/main" l="0" t="2163" r="0" b="2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52625"/>
            <a:ext cx="5238750" cy="35147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32539e2dc4b61"/>
          <a:srcRect xmlns:a="http://schemas.openxmlformats.org/drawingml/2006/main" l="0" t="2419" r="0" b="2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9325" y="1952625"/>
            <a:ext cx="5543550" cy="35147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ABF6B-AF84-477D-98B7-4B70B3FE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From the game brief to sharing their own thinking.</a:t>
            </a:r>
          </a:p>
        </p:txBody>
      </p:sp>
    </p:spTree>
    <p:extLst>
      <p:ext uri="{BB962C8B-B14F-4D97-AF65-F5344CB8AC3E}">
        <p14:creationId xmlns:p14="http://schemas.microsoft.com/office/powerpoint/2010/main" val="370691857"/>
      </p:ext>
    </p:extLst>
  </p:cSld>
  <p:transition advClick="0" advTm="7000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8b3ec588947f1"/>
          <a:srcRect xmlns:a="http://schemas.openxmlformats.org/drawingml/2006/main" l="12523" t="0" r="12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32A7-97C2-49BF-A69F-0B51301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54ED7-C26C-4356-A21C-957EBBA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07 /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44B1D-6C9C-42F4-813F-DBDEA4A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76400"/>
            <a:ext cx="3429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Time to</a:t>
            </a:r>
          </a:p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39EA-09BA-4CE8-B749-5F8BC3B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6725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Children explore games at the computers.</a:t>
            </a:r>
          </a:p>
        </p:txBody>
      </p:sp>
    </p:spTree>
    <p:extLst>
      <p:ext uri="{BB962C8B-B14F-4D97-AF65-F5344CB8AC3E}">
        <p14:creationId xmlns:p14="http://schemas.microsoft.com/office/powerpoint/2010/main" val="547404109"/>
      </p:ext>
    </p:extLst>
  </p:cSld>
  <p:transition advClick="0" advTm="7000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4EE09-A32C-4308-95E9-911AE3C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08 / VIRTUAL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DE9B9-60AB-4989-8D35-A50B5F7E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953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Inside virtual worlds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9e3f2c5bc4f30"/>
          <a:srcRect xmlns:a="http://schemas.openxmlformats.org/drawingml/2006/main" l="4340" t="0" r="4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05000"/>
            <a:ext cx="5362575" cy="4000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f8540630c47fd"/>
          <a:srcRect xmlns:a="http://schemas.openxmlformats.org/drawingml/2006/main" l="4869" t="0" r="4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905000"/>
            <a:ext cx="5419725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BB257-401B-40CF-92CE-217F467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Children take turns trying VR.</a:t>
            </a:r>
          </a:p>
        </p:txBody>
      </p:sp>
    </p:spTree>
    <p:extLst>
      <p:ext uri="{BB962C8B-B14F-4D97-AF65-F5344CB8AC3E}">
        <p14:creationId xmlns:p14="http://schemas.microsoft.com/office/powerpoint/2010/main" val="298146382"/>
      </p:ext>
    </p:extLst>
  </p:cSld>
  <p:transition advClick="0" advTm="7000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6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BF469-D602-4D3D-B716-530A1C7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WHAT CHILDREN EXPLORE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AE644-2BBC-4665-B785-C9423510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Coding</a:t>
            </a:r>
          </a:p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Robotics</a:t>
            </a:r>
          </a:p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Drones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9677-EB66-4818-BA68-166CB4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371600"/>
            <a:ext cx="58483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Cybersecurity</a:t>
            </a:r>
          </a:p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Games</a:t>
            </a:r>
          </a:p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Digital creativity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AE301-D5AB-499F-A664-F4EA8C6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944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7F61E-8E96-4962-A246-4017C0E4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CIT programmes and events introduce children to a range of technology fields.</a:t>
            </a:r>
          </a:p>
        </p:txBody>
      </p:sp>
    </p:spTree>
    <p:extLst>
      <p:ext uri="{BB962C8B-B14F-4D97-AF65-F5344CB8AC3E}">
        <p14:creationId xmlns:p14="http://schemas.microsoft.com/office/powerpoint/2010/main" val="178002551"/>
      </p:ext>
    </p:extLst>
  </p:cSld>
  <p:transition advClick="0" advTm="7000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79f1cf6e84ea6"/>
          <a:srcRect xmlns:a="http://schemas.openxmlformats.org/drawingml/2006/main" l="14366" t="0" r="14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2411-68BF-48BE-9697-9DA28A3B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29F29-32E7-4DA5-8AFD-1847037E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09 /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150B0-032E-4822-8CB6-FD21DBA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28775"/>
            <a:ext cx="37909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Their ideas</a:t>
            </a:r>
          </a:p>
          <a:p xmlns:a="http://schemas.openxmlformats.org/drawingml/2006/main">
            <a:pPr>
              <a:defRPr sz="51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have a voice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D4B73-DE98-4599-B1EA-761073E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95825"/>
            <a:ext cx="350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Children share what they discover with others.</a:t>
            </a:r>
          </a:p>
        </p:txBody>
      </p:sp>
    </p:spTree>
    <p:extLst>
      <p:ext uri="{BB962C8B-B14F-4D97-AF65-F5344CB8AC3E}">
        <p14:creationId xmlns:p14="http://schemas.microsoft.com/office/powerpoint/2010/main" val="1420844447"/>
      </p:ext>
    </p:extLst>
  </p:cSld>
  <p:transition advClick="0" advTm="7000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3f60826024cdf"/>
          <a:srcRect xmlns:a="http://schemas.openxmlformats.org/drawingml/2006/main" l="0" t="20703" r="0" b="20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76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90980-C481-4920-96ED-A7F1EE4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D1C1B-5090-49C1-B679-111E9156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5476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7,300+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F4371-0177-48B6-AC1E-035018C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children reached</a:t>
            </a:r>
          </a:p>
          <a:p xmlns:a="http://schemas.openxmlformats.org/drawingml/2006/main">
            <a:pPr>
              <a:defRPr sz="270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across Ghana</a:t>
            </a:r>
          </a:p>
        </p:txBody>
      </p:sp>
    </p:spTree>
    <p:extLst>
      <p:ext uri="{BB962C8B-B14F-4D97-AF65-F5344CB8AC3E}">
        <p14:creationId xmlns:p14="http://schemas.microsoft.com/office/powerpoint/2010/main" val="1909377118"/>
      </p:ext>
    </p:extLst>
  </p:cSld>
  <p:transition advClick="0" advTm="8500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f40642e344e1c"/>
          <a:srcRect xmlns:a="http://schemas.openxmlformats.org/drawingml/2006/main" l="23390" t="0" r="23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FFD3-658D-49FA-A3F1-4CE4575D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1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801D0-5421-4CC5-9C58-B5D1CDEF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5816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Let more children</a:t>
            </a:r>
          </a:p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get this close</a:t>
            </a:r>
          </a:p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to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B8A63-F454-49BE-9ADB-9B4958BE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6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E0A92-15E0-441F-9DAD-D5B3CC5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Let’s talk about a school visit, a tech experience or a partnership.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8EEB6-4E58-4199-95AB-2EA1A22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childintechhq.com</a:t>
            </a:r>
          </a:p>
        </p:txBody>
      </p:sp>
    </p:spTree>
    <p:extLst>
      <p:ext uri="{BB962C8B-B14F-4D97-AF65-F5344CB8AC3E}">
        <p14:creationId xmlns:p14="http://schemas.microsoft.com/office/powerpoint/2010/main" val="737080860"/>
      </p:ext>
    </p:extLst>
  </p:cSld>
  <p:transition advClick="0" advTm="900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2026-09-27T15:28:54.8810000Z</dcterms:created>
  <dcterms:modified xsi:type="dcterms:W3CDTF">2026-09-27T15:28:54.8810000Z</dcterms:modified>
</coreProperties>
</file>